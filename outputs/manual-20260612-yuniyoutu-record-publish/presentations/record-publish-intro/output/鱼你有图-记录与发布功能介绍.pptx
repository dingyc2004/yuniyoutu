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36a4418b914598" /><Relationship Type="http://schemas.openxmlformats.org/officeDocument/2006/relationships/extended-properties" Target="/docProps/app.xml" Id="Re8b9b0aeca7e40e2" /><Relationship Type="http://schemas.openxmlformats.org/officeDocument/2006/relationships/officeDocument" Target="/ppt/presentation.xml" Id="R5434cd0ec86844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8dbb95b66e4923"/>
  </p:sldMasterIdLst>
  <p:notesMasterIdLst>
    <p:notesMasterId xmlns:r="http://schemas.openxmlformats.org/officeDocument/2006/relationships" r:id="R54b2e1ef101c4633"/>
  </p:notesMasterIdLst>
  <p:sldIdLst>
    <p:sldId xmlns:r="http://schemas.openxmlformats.org/officeDocument/2006/relationships" id="256" r:id="Rd73dc2e705cd40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8df3fb6b5f4159" /><Relationship Type="http://schemas.openxmlformats.org/officeDocument/2006/relationships/slideMaster" Target="/ppt/slideMasters/slideMaster1.xml" Id="R2c8dbb95b66e4923" /><Relationship Type="http://schemas.openxmlformats.org/officeDocument/2006/relationships/notesMaster" Target="/ppt/notesMasters/notesMaster1.xml" Id="R54b2e1ef101c4633" /><Relationship Type="http://schemas.openxmlformats.org/officeDocument/2006/relationships/presProps" Target="/ppt/presProps.xml" Id="R1c246bcde601459d" /><Relationship Type="http://schemas.openxmlformats.org/officeDocument/2006/relationships/viewProps" Target="/ppt/viewProps.xml" Id="R6f0a102ac0914564" /><Relationship Type="http://schemas.openxmlformats.org/officeDocument/2006/relationships/tableStyles" Target="/ppt/tableStyles.xml" Id="R8ea8421ee9654850" /><Relationship Type="http://schemas.openxmlformats.org/officeDocument/2006/relationships/slide" Target="/ppt/slides/slide1.xml" Id="Rd73dc2e705cd40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91c81263f04f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e852ab29c24471" /><Relationship Type="http://schemas.openxmlformats.org/officeDocument/2006/relationships/notesMaster" Target="/ppt/notesMasters/notesMaster1.xml" Id="R2b02351173d945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bacb608774a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ded240a06447d4" /><Relationship Type="http://schemas.openxmlformats.org/officeDocument/2006/relationships/slideLayout" Target="/ppt/slideLayouts/slideLayout1.xml" Id="R35dce0f3e7fa48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dce0f3e7fa48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264da6c80467b" /><Relationship Type="http://schemas.openxmlformats.org/officeDocument/2006/relationships/image" Target="/ppt/media/image.png" Id="Ra24aa27aff6245ba" /><Relationship Type="http://schemas.openxmlformats.org/officeDocument/2006/relationships/image" Target="/ppt/media/image.svg" Id="Ra73dae364dff4e17" /><Relationship Type="http://schemas.openxmlformats.org/officeDocument/2006/relationships/image" Target="/ppt/media/image2.png" Id="Ra7c26b76c4b74fb4" /><Relationship Type="http://schemas.openxmlformats.org/officeDocument/2006/relationships/image" Target="/ppt/media/image2.svg" Id="R2e9fb87240a14841" /><Relationship Type="http://schemas.openxmlformats.org/officeDocument/2006/relationships/image" Target="/ppt/media/image3.png" Id="Rc5e2f9952412482a" /><Relationship Type="http://schemas.openxmlformats.org/officeDocument/2006/relationships/image" Target="/ppt/media/image3.svg" Id="R1f7322bd2a3941e9" /><Relationship Type="http://schemas.openxmlformats.org/officeDocument/2006/relationships/image" Target="/ppt/media/image4.png" Id="Rc7e3d3f940574785" /><Relationship Type="http://schemas.openxmlformats.org/officeDocument/2006/relationships/image" Target="/ppt/media/image4.svg" Id="R0f22a6eda3604027" /><Relationship Type="http://schemas.openxmlformats.org/officeDocument/2006/relationships/image" Target="/ppt/media/image5.png" Id="R4cc4e18fc08e4ad3" /><Relationship Type="http://schemas.openxmlformats.org/officeDocument/2006/relationships/image" Target="/ppt/media/image5.svg" Id="R8dd7347cef514d77" /><Relationship Type="http://schemas.openxmlformats.org/officeDocument/2006/relationships/image" Target="/ppt/media/image6.png" Id="R0c18570969a64a82" /><Relationship Type="http://schemas.openxmlformats.org/officeDocument/2006/relationships/image" Target="/ppt/media/image6.svg" Id="Rded92baceef64353" /><Relationship Type="http://schemas.openxmlformats.org/officeDocument/2006/relationships/image" Target="/ppt/media/image7.png" Id="R8e84eaea3cb24c0f" /><Relationship Type="http://schemas.openxmlformats.org/officeDocument/2006/relationships/image" Target="/ppt/media/image7.svg" Id="R5d29b73c1219464c" /><Relationship Type="http://schemas.openxmlformats.org/officeDocument/2006/relationships/image" Target="/ppt/media/image8.png" Id="Ra640400635124048" /><Relationship Type="http://schemas.openxmlformats.org/officeDocument/2006/relationships/image" Target="/ppt/media/image8.svg" Id="R7903de16b3404ea6" /><Relationship Type="http://schemas.openxmlformats.org/officeDocument/2006/relationships/image" Target="/ppt/media/image9.png" Id="Rf3b4d0891b854f8a" /><Relationship Type="http://schemas.openxmlformats.org/officeDocument/2006/relationships/image" Target="/ppt/media/image9.svg" Id="Rf36240c9e3dd46ee" /><Relationship Type="http://schemas.openxmlformats.org/officeDocument/2006/relationships/image" Target="/ppt/media/image10.png" Id="R2524a0662d5b4e1e" /><Relationship Type="http://schemas.openxmlformats.org/officeDocument/2006/relationships/image" Target="/ppt/media/image10.svg" Id="Rfaaf7790e8f742de" /><Relationship Type="http://schemas.openxmlformats.org/officeDocument/2006/relationships/notesSlide" Target="/ppt/notesSlides/notesSlide1.xml" Id="R65eae8efd13340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490146-DDB6-49EE-8799-4CE5281A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83970-39D6-47CB-B6B4-23C4A920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F0D3B-7A90-4351-A999-D63FDA1D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571500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CE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744A7-35D1-465F-B506-AECA28BD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8102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1BF21-0DA1-45C4-8494-089B2377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4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AEE89-826D-46A5-AB39-B0167339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5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5A49"/>
                </a:solidFill>
                <a:latin typeface="Microsoft YaHei"/>
                <a:ea typeface="Microsoft YaHei"/>
                <a:cs typeface="Microsoft YaHei"/>
              </a:rPr>
              <a:t>鱼你有图 · 功能原型介绍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41975-F5C4-4CEE-A4E7-2A1F0E79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记录沉淀钓程，发布激活社区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D4DE6-37D5-4917-A14E-01F9766D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将一次垂钓从现场计时、定位、图文备注沉淀为个人历史记录，再一键转化为图文或短视频帖子，形成“个人复盘 + 社交分享”的内容闭环。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31734-4CFA-4297-B4AB-54BC8A55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609850" cy="43243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C8D6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729A5-16C4-4C48-99D1-EB353751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381250" cy="4095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DABC2-93D8-4D34-A892-472F8431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5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D7EDB-A16F-4A21-8FCF-7A24A9B6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DF74F-E2FE-40DF-9087-9380F3F8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924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70EED-A03E-46B9-BE4E-887A5AAC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9240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4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A7279-124C-4D7A-B54D-9CE8094F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5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5A49"/>
                </a:solidFill>
                <a:latin typeface="Microsoft YaHei"/>
                <a:ea typeface="Microsoft YaHei"/>
                <a:cs typeface="Microsoft YaHei"/>
              </a:rPr>
              <a:t>本次垂钓计时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0EA05-D775-4131-8DF7-CC22D334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01:46:32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773A8-D24A-4593-A22F-BEE62A40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9925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aa27aff6245ba">
            <a:extLst>
              <a:ext uri="{96DAC541-7B7A-43D3-8B79-37D633B846F1}">
                <asvg:svgBlip xmlns:asvg="http://schemas.microsoft.com/office/drawing/2016/SVG/main" r:embed="Ra73dae364dff4e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33337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5F304-F3F3-471B-A1CE-D5BFCAC6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81400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FF3D1-E62E-4CAC-A534-155BA5FB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924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A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B60AE-83FE-4D0B-8860-D6C2DF1C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33875"/>
            <a:ext cx="819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定位钓点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B3D20-2402-4A0D-A678-9CE9FDD4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86275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东湖听涛野钓点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90495-48D8-44AD-9BDB-FC28FFA8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924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E1EA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0E7FA-6535-4052-8EBB-30F32EE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86325"/>
            <a:ext cx="819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现场天气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C81349-FBE8-450E-B55A-A067AE19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38725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多云 24 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25988-F670-4FEB-B0AD-396CB919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1924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A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06498-75D6-4F24-9B06-D7336313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38775"/>
            <a:ext cx="819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图文段落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A9C3EF-E82A-44F8-A89F-95688BFE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91175"/>
            <a:ext cx="1619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鱼情 / 水情 / 照片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963C3-5F3D-4AA8-9C58-E67D78C8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1924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E6D8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B0900-97BF-4F28-A65F-ECB9B4CE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rPr>
              <a:t>收竿汇总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BDC98F-2C15-49AC-A0C1-F7041EAA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鱼获数量、重量、鱼种、钓法、饵料和备注统一保存为历史记录。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4EC48-3E6D-4857-BBD1-8DB51308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2609850" cy="43243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C8D6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82DE59-F08B-4336-B53B-E0EDF02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76450"/>
            <a:ext cx="2381250" cy="4095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AE2F09-CC14-4489-8FB1-0DF8F1AB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9075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5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077DD6-7EE2-48CF-9307-A1FB10E7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003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FDE151-4C7A-448C-B50E-B9324CE6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1924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B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AD8ADA-5BAC-471A-AEE1-F3990DEB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EE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6D26AE-704E-4B14-8D20-18EA64F6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9900"/>
            <a:ext cx="5143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C7B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97E8D8-8639-489B-AECC-71474C1B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57525"/>
            <a:ext cx="5143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962348-4743-457A-8114-ACF0BA6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57525"/>
            <a:ext cx="400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4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54B7A"/>
                </a:solidFill>
                <a:latin typeface="Microsoft YaHei"/>
                <a:ea typeface="Microsoft YaHei"/>
                <a:cs typeface="Microsoft YaHei"/>
              </a:rPr>
              <a:t>视频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8D60A8-5B5E-40A1-8642-7695BAB3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48050"/>
            <a:ext cx="19240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CEF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26b76c4b74fb4">
            <a:extLst>
              <a:ext uri="{96DAC541-7B7A-43D3-8B79-37D633B846F1}">
                <asvg:svgBlip xmlns:asvg="http://schemas.microsoft.com/office/drawing/2016/SVG/main" r:embed="R2e9fb87240a148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43624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2f9952412482a">
            <a:extLst>
              <a:ext uri="{96DAC541-7B7A-43D3-8B79-37D633B846F1}">
                <asvg:svgBlip xmlns:asvg="http://schemas.microsoft.com/office/drawing/2016/SVG/main" r:embed="R1f7322bd2a3941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49149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3d3f940574785">
            <a:extLst>
              <a:ext uri="{96DAC541-7B7A-43D3-8B79-37D633B846F1}">
                <asvg:svgBlip xmlns:asvg="http://schemas.microsoft.com/office/drawing/2016/SVG/main" r:embed="R0f22a6eda36040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54673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4e18fc08e4ad3">
            <a:extLst>
              <a:ext uri="{96DAC541-7B7A-43D3-8B79-37D633B846F1}">
                <asvg:svgBlip xmlns:asvg="http://schemas.microsoft.com/office/drawing/2016/SVG/main" r:embed="R8dd7347cef514d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3657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507AEC-C708-4B57-A34C-2C189E4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8140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4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54B7A"/>
                </a:solidFill>
                <a:latin typeface="Microsoft YaHei"/>
                <a:ea typeface="Microsoft YaHei"/>
                <a:cs typeface="Microsoft YaHei"/>
              </a:rPr>
              <a:t>3 张图片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35A213-D36C-4812-BF63-DA568EA7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8142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今天这尾鲫鱼状态不错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4CD23D-993B-4DDE-8217-1E8A6F61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57700"/>
            <a:ext cx="19240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D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50FCB1-D055-4DDF-B9B0-8DA3B363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从记录快速填充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20D5EA-7D28-493F-9179-4FCD120D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52950"/>
            <a:ext cx="704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4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95209F-5044-4130-9C7A-E9CB3260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00575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E5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E5A49"/>
                </a:solidFill>
                <a:latin typeface="Microsoft YaHei"/>
                <a:ea typeface="Microsoft YaHei"/>
                <a:cs typeface="Microsoft YaHei"/>
              </a:rPr>
              <a:t>历史记录 4 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CD219D-B8F1-4917-9FA8-CE357E55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76800"/>
            <a:ext cx="1581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B692E4-2612-4204-A879-BA2216DF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135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东湖听涛 · 鲫鱼 · 0.8斤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8D7856-6D3A-4370-92E6-852C2D6F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864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标题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FF737C-2E2A-43AA-9D16-EC6C5CD6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448300"/>
            <a:ext cx="1276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E1E8E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BF4442-49CA-4276-8CA4-BBB1B83F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149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东湖听涛的鲫鱼鱼获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9548D0-890E-4B9D-87D0-6B4C6AD0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81977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正文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4549ED-3525-453D-AD78-05EB028B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781675"/>
            <a:ext cx="1276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E1E8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F71F2A-5091-4063-9626-4CCBEFCD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48350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上午鱼口更稳，收竿前补了一尾...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1BCF55-D4C5-425D-B5C6-EBCA0A27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5315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鱼获信息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257E3A-89FE-4697-8A02-895A549E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115050"/>
            <a:ext cx="1276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E1E8E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97D6F6-7C6A-4D39-B80D-D2B211F7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8172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鲫鱼 / 28cm / 0.8斤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478215-068B-4DA5-8597-43A40C55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419725"/>
            <a:ext cx="12763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E1E8E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D588F2-FD20-49EA-99EE-9623C805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76875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公开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351DA7-A860-47D8-A899-CCFDA403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5782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可见范围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2CB5DD-7AA8-4977-A72F-9C3F7E6D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531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C7B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ED941B-34E5-4303-83DC-3D9DCD50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819775"/>
            <a:ext cx="1200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发布到社区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ECC330-09E6-4C70-B522-71705E92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5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5A49"/>
                </a:solidFill>
                <a:latin typeface="Microsoft YaHei"/>
                <a:ea typeface="Microsoft YaHei"/>
                <a:cs typeface="Microsoft YaHei"/>
              </a:rPr>
              <a:t>记录页面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E9C7B4-F4CE-48DB-AEA4-E102F89F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097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把现场信息结构化保存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87C151-B06B-4EFE-A867-393D5054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4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4B7A"/>
                </a:solidFill>
                <a:latin typeface="Microsoft YaHei"/>
                <a:ea typeface="Microsoft YaHei"/>
                <a:cs typeface="Microsoft YaHei"/>
              </a:rPr>
              <a:t>社区发布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3ED62DF-0D5C-49FC-850D-100DA359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097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把记录转成可传播内容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B26653-4A20-4B82-80FE-C5FFF09A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14800"/>
            <a:ext cx="528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1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A995EA-7696-4D7D-AEBF-C7817770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043446-1456-4150-B974-5A1802AD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71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F8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8570969a64a82">
            <a:extLst>
              <a:ext uri="{96DAC541-7B7A-43D3-8B79-37D633B846F1}">
                <asvg:svgBlip xmlns:asvg="http://schemas.microsoft.com/office/drawing/2016/SVG/main" r:embed="Rded92baceef643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57625" y="3257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8D3648D-A340-410E-B3D6-DE2D1593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1. 现场记录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7C069A-CA73-4D39-A196-82F65AB4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0995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计时、定位、天气同步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A11DCC4-E0DF-4AB1-B5CA-5373A367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8620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9EBA44F-7640-49D2-84CA-C65B1FD6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481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4eaea3cb24c0f">
            <a:extLst>
              <a:ext uri="{96DAC541-7B7A-43D3-8B79-37D633B846F1}">
                <asvg:svgBlip xmlns:asvg="http://schemas.microsoft.com/office/drawing/2016/SVG/main" r:embed="R5d29b73c121946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76875" y="41338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13FBB4A-149E-4DBF-9812-50970B87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576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2. 收竿汇总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AACA31-217F-4DCE-B09A-FEB5418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8625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鱼获、钓法、照片说明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866523E-DE60-4F9A-ABE1-29AC651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E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6417E99-B8D3-492A-97D3-97680798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71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C7B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0400635124048">
            <a:extLst>
              <a:ext uri="{96DAC541-7B7A-43D3-8B79-37D633B846F1}">
                <asvg:svgBlip xmlns:asvg="http://schemas.microsoft.com/office/drawing/2016/SVG/main" r:embed="R7903de16b3404e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15175" y="3257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A6DD5D-A4D6-44E1-9D71-D4FF2EE5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813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31F"/>
                </a:solidFill>
                <a:latin typeface="Microsoft YaHei"/>
                <a:ea typeface="Microsoft YaHei"/>
                <a:cs typeface="Microsoft YaHei"/>
              </a:rPr>
              <a:t>3. 一键发布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B122014-9C3D-40BA-8BC3-0590CD96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0995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复用记录生成帖子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4d0891b854f8a">
            <a:extLst>
              <a:ext uri="{96DAC541-7B7A-43D3-8B79-37D633B846F1}">
                <asvg:svgBlip xmlns:asvg="http://schemas.microsoft.com/office/drawing/2016/SVG/main" r:embed="Rf36240c9e3dd46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62525" y="3314700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4a0662d5b4e1e">
            <a:extLst>
              <a:ext uri="{96DAC541-7B7A-43D3-8B79-37D633B846F1}">
                <asvg:svgBlip xmlns:asvg="http://schemas.microsoft.com/office/drawing/2016/SVG/main" r:embed="Rfaaf7790e8f742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1300" y="41910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1CD6FC-45CA-47C3-B04A-0B2712AD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05400"/>
            <a:ext cx="4857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34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74151B7-1814-4572-A5BA-750F9872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149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核心功能价值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56F862D-6E22-4404-9EBA-5EF9A08C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292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E0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EE0C7"/>
                </a:solidFill>
                <a:latin typeface="Microsoft YaHei"/>
                <a:ea typeface="Microsoft YaHei"/>
                <a:cs typeface="Microsoft YaHei"/>
              </a:rPr>
              <a:t>降低记录成本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6C8B52-E805-4445-884C-E936B21C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29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9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D9E7DF"/>
                </a:solidFill>
                <a:latin typeface="Microsoft YaHei"/>
                <a:ea typeface="Microsoft YaHei"/>
                <a:cs typeface="Microsoft YaHei"/>
              </a:rPr>
              <a:t>自动带入时间、定位和天气，减少手动补录。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3067924-A1C2-42E3-A4E2-070702A5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292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E0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EE0C7"/>
                </a:solidFill>
                <a:latin typeface="Microsoft YaHei"/>
                <a:ea typeface="Microsoft YaHei"/>
                <a:cs typeface="Microsoft YaHei"/>
              </a:rPr>
              <a:t>保留复盘线索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6007602-2632-473F-838A-662B321F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29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9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D9E7DF"/>
                </a:solidFill>
                <a:latin typeface="Microsoft YaHei"/>
                <a:ea typeface="Microsoft YaHei"/>
                <a:cs typeface="Microsoft YaHei"/>
              </a:rPr>
              <a:t>分段图文记录鱼情、水情、钓法和结果。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F986E57-6DED-441E-A4D8-3AD80F00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292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E0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EE0C7"/>
                </a:solidFill>
                <a:latin typeface="Microsoft YaHei"/>
                <a:ea typeface="Microsoft YaHei"/>
                <a:cs typeface="Microsoft YaHei"/>
              </a:rPr>
              <a:t>促进社区生产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5E73AF4-B330-4593-8705-83B7B766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8293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9E7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D9E7DF"/>
                </a:solidFill>
                <a:latin typeface="Microsoft YaHei"/>
                <a:ea typeface="Microsoft YaHei"/>
                <a:cs typeface="Microsoft YaHei"/>
              </a:rPr>
              <a:t>从个人记录直接生成图文/视频帖子，提高分享意愿。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5648888-AB0B-4C91-BB9D-D3DEA88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9766F"/>
                </a:solidFill>
                <a:latin typeface="Microsoft YaHei"/>
                <a:ea typeface="Microsoft YaHei"/>
                <a:cs typeface="Microsoft YaHei"/>
              </a:rPr>
              <a:t>首页承接：我的记录入口展示历史记录数量；社区承接：发布完成后进入推荐/同城信息流。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85C8E60-2726-4AA9-B764-9E51D8E6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3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A95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958E"/>
                </a:solidFill>
                <a:latin typeface="Microsoft YaHei"/>
                <a:ea typeface="Microsoft YaHei"/>
                <a:cs typeface="Microsoft YaHei"/>
              </a:rPr>
              <a:t>Source: frontend/components/RecordView.vue, PublishView.vue, CommunityView.vue, HomeView.vue</a:t>
            </a:r>
          </a:p>
        </p:txBody>
      </p:sp>
    </p:spTree>
    <p:extLst>
      <p:ext uri="{BB962C8B-B14F-4D97-AF65-F5344CB8AC3E}">
        <p14:creationId xmlns:p14="http://schemas.microsoft.com/office/powerpoint/2010/main" val="173121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2026-06-12T11:49:46.7040000Z</dcterms:created>
  <dcterms:modified xsi:type="dcterms:W3CDTF">2026-06-12T11:49:46.7040000Z</dcterms:modified>
</coreProperties>
</file>